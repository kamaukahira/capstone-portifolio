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5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0" d="100"/>
          <a:sy n="70" d="100"/>
        </p:scale>
        <p:origin x="1386" y="6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2308"/>
            <a:ext cx="9144000" cy="6860308"/>
            <a:chOff x="0" y="-2308"/>
            <a:chExt cx="9144000" cy="6860308"/>
          </a:xfrm>
        </p:grpSpPr>
        <p:sp>
          <p:nvSpPr>
            <p:cNvPr id="8" name="Rectangle 7"/>
            <p:cNvSpPr/>
            <p:nvPr/>
          </p:nvSpPr>
          <p:spPr>
            <a:xfrm>
              <a:off x="0" y="0"/>
              <a:ext cx="9144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42000"/>
                    <a:hueMod val="42000"/>
                    <a:satMod val="124000"/>
                    <a:lumMod val="62000"/>
                  </a:schemeClr>
                  <a:schemeClr val="dk2">
                    <a:tint val="96000"/>
                    <a:satMod val="130000"/>
                  </a:schemeClr>
                </a:duotone>
              </a:blip>
              <a:srcRect/>
              <a:stretch>
                <a:fillRect l="-16667" r="-16667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9" name="Oval 8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  <a:alpha val="7000"/>
                  </a:schemeClr>
                </a:gs>
                <a:gs pos="69000">
                  <a:schemeClr val="accent1">
                    <a:lumMod val="60000"/>
                    <a:lumOff val="40000"/>
                    <a:alpha val="0"/>
                  </a:schemeClr>
                </a:gs>
                <a:gs pos="36000">
                  <a:schemeClr val="accent1">
                    <a:lumMod val="60000"/>
                    <a:lumOff val="40000"/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Oval 10"/>
            <p:cNvSpPr/>
            <p:nvPr/>
          </p:nvSpPr>
          <p:spPr>
            <a:xfrm>
              <a:off x="5689832" y="4618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  <a:alpha val="14000"/>
                  </a:schemeClr>
                </a:gs>
                <a:gs pos="73000">
                  <a:schemeClr val="accent1">
                    <a:lumMod val="60000"/>
                    <a:lumOff val="40000"/>
                    <a:alpha val="0"/>
                  </a:schemeClr>
                </a:gs>
                <a:gs pos="36000">
                  <a:schemeClr val="accent1">
                    <a:lumMod val="60000"/>
                    <a:lumOff val="4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Oval 11"/>
            <p:cNvSpPr/>
            <p:nvPr/>
          </p:nvSpPr>
          <p:spPr>
            <a:xfrm>
              <a:off x="6299432" y="5865092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  <a:alpha val="10000"/>
                  </a:schemeClr>
                </a:gs>
                <a:gs pos="66000">
                  <a:schemeClr val="accent1">
                    <a:lumMod val="60000"/>
                    <a:lumOff val="40000"/>
                    <a:alpha val="0"/>
                  </a:schemeClr>
                </a:gs>
                <a:gs pos="31000">
                  <a:schemeClr val="accent1">
                    <a:lumMod val="60000"/>
                    <a:lumOff val="40000"/>
                    <a:alpha val="5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6879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  <a:alpha val="11000"/>
                  </a:schemeClr>
                </a:gs>
                <a:gs pos="75000">
                  <a:schemeClr val="accent1">
                    <a:lumMod val="60000"/>
                    <a:lumOff val="40000"/>
                    <a:alpha val="0"/>
                  </a:schemeClr>
                </a:gs>
                <a:gs pos="36000">
                  <a:schemeClr val="accent1">
                    <a:lumMod val="60000"/>
                    <a:lumOff val="40000"/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6879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  <a:alpha val="8000"/>
                  </a:schemeClr>
                </a:gs>
                <a:gs pos="72000">
                  <a:schemeClr val="accent1">
                    <a:lumMod val="60000"/>
                    <a:lumOff val="40000"/>
                    <a:alpha val="0"/>
                  </a:schemeClr>
                </a:gs>
                <a:gs pos="36000">
                  <a:schemeClr val="accent1">
                    <a:lumMod val="60000"/>
                    <a:lumOff val="40000"/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-2308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66441" y="2222624"/>
            <a:ext cx="5917679" cy="2554758"/>
          </a:xfrm>
        </p:spPr>
        <p:txBody>
          <a:bodyPr anchor="b"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66441" y="4777380"/>
            <a:ext cx="5917679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accent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 rot="5400000">
            <a:off x="7500385" y="1828799"/>
            <a:ext cx="990599" cy="228659"/>
          </a:xfrm>
        </p:spPr>
        <p:txBody>
          <a:bodyPr anchor="t" anchorCtr="0"/>
          <a:lstStyle>
            <a:lvl1pPr algn="l">
              <a:defRPr b="0" i="0">
                <a:solidFill>
                  <a:schemeClr val="bg1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 rot="5400000">
            <a:off x="6236209" y="3264406"/>
            <a:ext cx="3859795" cy="22866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765279" y="292609"/>
            <a:ext cx="628813" cy="767687"/>
          </a:xfrm>
        </p:spPr>
        <p:txBody>
          <a:bodyPr/>
          <a:lstStyle>
            <a:lvl1pPr>
              <a:defRPr sz="2800" b="0" i="0" baseline="0">
                <a:latin typeface="+mj-lt"/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539427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900"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597520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9"/>
          <p:cNvGrpSpPr/>
          <p:nvPr/>
        </p:nvGrpSpPr>
        <p:grpSpPr>
          <a:xfrm>
            <a:off x="0" y="-2308"/>
            <a:ext cx="9144000" cy="6860308"/>
            <a:chOff x="0" y="-2308"/>
            <a:chExt cx="9144000" cy="6860308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9144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42000"/>
                    <a:hueMod val="42000"/>
                    <a:satMod val="124000"/>
                    <a:lumMod val="62000"/>
                  </a:schemeClr>
                  <a:schemeClr val="dk2">
                    <a:tint val="96000"/>
                    <a:satMod val="130000"/>
                  </a:schemeClr>
                </a:duotone>
              </a:blip>
              <a:srcRect/>
              <a:stretch>
                <a:fillRect l="-16667" r="-16667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Oval 11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  <a:alpha val="7000"/>
                  </a:schemeClr>
                </a:gs>
                <a:gs pos="69000">
                  <a:schemeClr val="accent1">
                    <a:lumMod val="60000"/>
                    <a:lumOff val="40000"/>
                    <a:alpha val="0"/>
                  </a:schemeClr>
                </a:gs>
                <a:gs pos="36000">
                  <a:schemeClr val="accent1">
                    <a:lumMod val="60000"/>
                    <a:lumOff val="40000"/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5689832" y="4618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  <a:alpha val="14000"/>
                  </a:schemeClr>
                </a:gs>
                <a:gs pos="73000">
                  <a:schemeClr val="accent1">
                    <a:lumMod val="60000"/>
                    <a:lumOff val="40000"/>
                    <a:alpha val="0"/>
                  </a:schemeClr>
                </a:gs>
                <a:gs pos="36000">
                  <a:schemeClr val="accent1">
                    <a:lumMod val="60000"/>
                    <a:lumOff val="4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6299432" y="5865092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  <a:alpha val="10000"/>
                  </a:schemeClr>
                </a:gs>
                <a:gs pos="66000">
                  <a:schemeClr val="accent1">
                    <a:lumMod val="60000"/>
                    <a:lumOff val="40000"/>
                    <a:alpha val="0"/>
                  </a:schemeClr>
                </a:gs>
                <a:gs pos="31000">
                  <a:schemeClr val="accent1">
                    <a:lumMod val="60000"/>
                    <a:lumOff val="40000"/>
                    <a:alpha val="5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6879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  <a:alpha val="11000"/>
                  </a:schemeClr>
                </a:gs>
                <a:gs pos="75000">
                  <a:schemeClr val="accent1">
                    <a:lumMod val="60000"/>
                    <a:lumOff val="40000"/>
                    <a:alpha val="0"/>
                  </a:schemeClr>
                </a:gs>
                <a:gs pos="36000">
                  <a:schemeClr val="accent1">
                    <a:lumMod val="60000"/>
                    <a:lumOff val="40000"/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6879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  <a:alpha val="8000"/>
                  </a:schemeClr>
                </a:gs>
                <a:gs pos="72000">
                  <a:schemeClr val="accent1">
                    <a:lumMod val="60000"/>
                    <a:lumOff val="40000"/>
                    <a:alpha val="0"/>
                  </a:schemeClr>
                </a:gs>
                <a:gs pos="36000">
                  <a:schemeClr val="accent1">
                    <a:lumMod val="60000"/>
                    <a:lumOff val="40000"/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9" name="Freeform 5"/>
            <p:cNvSpPr/>
            <p:nvPr/>
          </p:nvSpPr>
          <p:spPr bwMode="gray">
            <a:xfrm rot="15687606">
              <a:off x="3320102" y="1458373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7" name="Rectangle 6"/>
            <p:cNvSpPr/>
            <p:nvPr/>
          </p:nvSpPr>
          <p:spPr>
            <a:xfrm>
              <a:off x="5283673" y="402165"/>
              <a:ext cx="3465769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8" name="Freeform 7"/>
            <p:cNvSpPr/>
            <p:nvPr/>
          </p:nvSpPr>
          <p:spPr bwMode="gray">
            <a:xfrm rot="16200000">
              <a:off x="3105027" y="1765596"/>
              <a:ext cx="5995993" cy="3326809"/>
            </a:xfrm>
            <a:custGeom>
              <a:avLst/>
              <a:gdLst/>
              <a:ahLst/>
              <a:cxnLst/>
              <a:rect l="0" t="0" r="r" b="b"/>
              <a:pathLst>
                <a:path w="4960" h="2752">
                  <a:moveTo>
                    <a:pt x="0" y="0"/>
                  </a:moveTo>
                  <a:lnTo>
                    <a:pt x="0" y="324"/>
                  </a:lnTo>
                  <a:lnTo>
                    <a:pt x="0" y="1992"/>
                  </a:lnTo>
                  <a:lnTo>
                    <a:pt x="0" y="2752"/>
                  </a:lnTo>
                  <a:lnTo>
                    <a:pt x="4960" y="2752"/>
                  </a:lnTo>
                  <a:lnTo>
                    <a:pt x="4960" y="1992"/>
                  </a:lnTo>
                  <a:lnTo>
                    <a:pt x="4960" y="324"/>
                  </a:lnTo>
                  <a:lnTo>
                    <a:pt x="4960" y="0"/>
                  </a:lnTo>
                  <a:lnTo>
                    <a:pt x="4960" y="0"/>
                  </a:lnTo>
                  <a:lnTo>
                    <a:pt x="4734" y="34"/>
                  </a:lnTo>
                  <a:lnTo>
                    <a:pt x="4510" y="64"/>
                  </a:lnTo>
                  <a:lnTo>
                    <a:pt x="4284" y="90"/>
                  </a:lnTo>
                  <a:lnTo>
                    <a:pt x="4060" y="114"/>
                  </a:lnTo>
                  <a:lnTo>
                    <a:pt x="3836" y="132"/>
                  </a:lnTo>
                  <a:lnTo>
                    <a:pt x="3614" y="146"/>
                  </a:lnTo>
                  <a:lnTo>
                    <a:pt x="3392" y="158"/>
                  </a:lnTo>
                  <a:lnTo>
                    <a:pt x="3174" y="166"/>
                  </a:lnTo>
                  <a:lnTo>
                    <a:pt x="2960" y="172"/>
                  </a:lnTo>
                  <a:lnTo>
                    <a:pt x="2748" y="174"/>
                  </a:lnTo>
                  <a:lnTo>
                    <a:pt x="2542" y="174"/>
                  </a:lnTo>
                  <a:lnTo>
                    <a:pt x="2338" y="174"/>
                  </a:lnTo>
                  <a:lnTo>
                    <a:pt x="2140" y="170"/>
                  </a:lnTo>
                  <a:lnTo>
                    <a:pt x="1948" y="164"/>
                  </a:lnTo>
                  <a:lnTo>
                    <a:pt x="1762" y="156"/>
                  </a:lnTo>
                  <a:lnTo>
                    <a:pt x="1582" y="148"/>
                  </a:lnTo>
                  <a:lnTo>
                    <a:pt x="1410" y="138"/>
                  </a:lnTo>
                  <a:lnTo>
                    <a:pt x="1244" y="128"/>
                  </a:lnTo>
                  <a:lnTo>
                    <a:pt x="1088" y="116"/>
                  </a:lnTo>
                  <a:lnTo>
                    <a:pt x="938" y="104"/>
                  </a:lnTo>
                  <a:lnTo>
                    <a:pt x="668" y="78"/>
                  </a:lnTo>
                  <a:lnTo>
                    <a:pt x="438" y="54"/>
                  </a:lnTo>
                  <a:lnTo>
                    <a:pt x="254" y="34"/>
                  </a:lnTo>
                  <a:lnTo>
                    <a:pt x="116" y="1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8" name="Freeform 5"/>
            <p:cNvSpPr>
              <a:spLocks noEditPoints="1"/>
            </p:cNvSpPr>
            <p:nvPr/>
          </p:nvSpPr>
          <p:spPr bwMode="gray">
            <a:xfrm>
              <a:off x="0" y="-2308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1" y="2257588"/>
            <a:ext cx="3101765" cy="3020343"/>
          </a:xfrm>
        </p:spPr>
        <p:txBody>
          <a:bodyPr anchor="ctr"/>
          <a:lstStyle>
            <a:lvl1pPr algn="l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119261" y="2257588"/>
            <a:ext cx="3054653" cy="3020343"/>
          </a:xfrm>
        </p:spPr>
        <p:txBody>
          <a:bodyPr anchor="ctr"/>
          <a:lstStyle>
            <a:lvl1pPr marL="0" indent="0" algn="l">
              <a:buNone/>
              <a:defRPr sz="2000" cap="all">
                <a:solidFill>
                  <a:schemeClr val="accent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3" name="Rectangle 12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55373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66440" y="2489199"/>
            <a:ext cx="3636980" cy="3530604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0580" y="2489199"/>
            <a:ext cx="3636981" cy="3530601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26566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anchor="ctr"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440" y="2489200"/>
            <a:ext cx="3636979" cy="759290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66441" y="3248490"/>
            <a:ext cx="3636978" cy="2771311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0581" y="2489200"/>
            <a:ext cx="3636980" cy="759290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0581" y="3248490"/>
            <a:ext cx="3636979" cy="2771312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745560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013180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590850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10"/>
          <p:cNvGrpSpPr/>
          <p:nvPr/>
        </p:nvGrpSpPr>
        <p:grpSpPr>
          <a:xfrm>
            <a:off x="0" y="-2308"/>
            <a:ext cx="9144000" cy="6860308"/>
            <a:chOff x="0" y="-2308"/>
            <a:chExt cx="9144000" cy="6860308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9144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42000"/>
                    <a:hueMod val="42000"/>
                    <a:satMod val="124000"/>
                    <a:lumMod val="62000"/>
                  </a:schemeClr>
                  <a:schemeClr val="dk2">
                    <a:tint val="96000"/>
                    <a:satMod val="130000"/>
                  </a:schemeClr>
                </a:duotone>
              </a:blip>
              <a:srcRect/>
              <a:stretch>
                <a:fillRect l="-16667" r="-16667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  <a:alpha val="7000"/>
                  </a:schemeClr>
                </a:gs>
                <a:gs pos="69000">
                  <a:schemeClr val="accent1">
                    <a:lumMod val="60000"/>
                    <a:lumOff val="40000"/>
                    <a:alpha val="0"/>
                  </a:schemeClr>
                </a:gs>
                <a:gs pos="36000">
                  <a:schemeClr val="accent1">
                    <a:lumMod val="60000"/>
                    <a:lumOff val="40000"/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5689832" y="4618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  <a:alpha val="14000"/>
                  </a:schemeClr>
                </a:gs>
                <a:gs pos="73000">
                  <a:schemeClr val="accent1">
                    <a:lumMod val="60000"/>
                    <a:lumOff val="40000"/>
                    <a:alpha val="0"/>
                  </a:schemeClr>
                </a:gs>
                <a:gs pos="36000">
                  <a:schemeClr val="accent1">
                    <a:lumMod val="60000"/>
                    <a:lumOff val="4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6299432" y="5865092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  <a:alpha val="10000"/>
                  </a:schemeClr>
                </a:gs>
                <a:gs pos="66000">
                  <a:schemeClr val="accent1">
                    <a:lumMod val="60000"/>
                    <a:lumOff val="40000"/>
                    <a:alpha val="0"/>
                  </a:schemeClr>
                </a:gs>
                <a:gs pos="31000">
                  <a:schemeClr val="accent1">
                    <a:lumMod val="60000"/>
                    <a:lumOff val="40000"/>
                    <a:alpha val="5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6879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  <a:alpha val="11000"/>
                  </a:schemeClr>
                </a:gs>
                <a:gs pos="75000">
                  <a:schemeClr val="accent1">
                    <a:lumMod val="60000"/>
                    <a:lumOff val="40000"/>
                    <a:alpha val="0"/>
                  </a:schemeClr>
                </a:gs>
                <a:gs pos="36000">
                  <a:schemeClr val="accent1">
                    <a:lumMod val="60000"/>
                    <a:lumOff val="40000"/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6879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  <a:alpha val="8000"/>
                  </a:schemeClr>
                </a:gs>
                <a:gs pos="72000">
                  <a:schemeClr val="accent1">
                    <a:lumMod val="60000"/>
                    <a:lumOff val="40000"/>
                    <a:alpha val="0"/>
                  </a:schemeClr>
                </a:gs>
                <a:gs pos="36000">
                  <a:schemeClr val="accent1">
                    <a:lumMod val="60000"/>
                    <a:lumOff val="40000"/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Freeform 5"/>
            <p:cNvSpPr/>
            <p:nvPr/>
          </p:nvSpPr>
          <p:spPr bwMode="gray">
            <a:xfrm rot="15687606">
              <a:off x="2769747" y="1458373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8" name="Rectangle 7"/>
            <p:cNvSpPr/>
            <p:nvPr/>
          </p:nvSpPr>
          <p:spPr>
            <a:xfrm>
              <a:off x="5283673" y="402165"/>
              <a:ext cx="3465769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9" name="Freeform 8"/>
            <p:cNvSpPr/>
            <p:nvPr/>
          </p:nvSpPr>
          <p:spPr bwMode="gray">
            <a:xfrm rot="16200000">
              <a:off x="2548536" y="1765596"/>
              <a:ext cx="5995993" cy="3326809"/>
            </a:xfrm>
            <a:custGeom>
              <a:avLst/>
              <a:gdLst/>
              <a:ahLst/>
              <a:cxnLst/>
              <a:rect l="0" t="0" r="r" b="b"/>
              <a:pathLst>
                <a:path w="4960" h="2752">
                  <a:moveTo>
                    <a:pt x="0" y="0"/>
                  </a:moveTo>
                  <a:lnTo>
                    <a:pt x="0" y="324"/>
                  </a:lnTo>
                  <a:lnTo>
                    <a:pt x="0" y="1992"/>
                  </a:lnTo>
                  <a:lnTo>
                    <a:pt x="0" y="2752"/>
                  </a:lnTo>
                  <a:lnTo>
                    <a:pt x="4960" y="2752"/>
                  </a:lnTo>
                  <a:lnTo>
                    <a:pt x="4960" y="1992"/>
                  </a:lnTo>
                  <a:lnTo>
                    <a:pt x="4960" y="324"/>
                  </a:lnTo>
                  <a:lnTo>
                    <a:pt x="4960" y="0"/>
                  </a:lnTo>
                  <a:lnTo>
                    <a:pt x="4960" y="0"/>
                  </a:lnTo>
                  <a:lnTo>
                    <a:pt x="4734" y="34"/>
                  </a:lnTo>
                  <a:lnTo>
                    <a:pt x="4510" y="64"/>
                  </a:lnTo>
                  <a:lnTo>
                    <a:pt x="4284" y="90"/>
                  </a:lnTo>
                  <a:lnTo>
                    <a:pt x="4060" y="114"/>
                  </a:lnTo>
                  <a:lnTo>
                    <a:pt x="3836" y="132"/>
                  </a:lnTo>
                  <a:lnTo>
                    <a:pt x="3614" y="146"/>
                  </a:lnTo>
                  <a:lnTo>
                    <a:pt x="3392" y="158"/>
                  </a:lnTo>
                  <a:lnTo>
                    <a:pt x="3174" y="166"/>
                  </a:lnTo>
                  <a:lnTo>
                    <a:pt x="2960" y="172"/>
                  </a:lnTo>
                  <a:lnTo>
                    <a:pt x="2748" y="174"/>
                  </a:lnTo>
                  <a:lnTo>
                    <a:pt x="2542" y="174"/>
                  </a:lnTo>
                  <a:lnTo>
                    <a:pt x="2338" y="174"/>
                  </a:lnTo>
                  <a:lnTo>
                    <a:pt x="2140" y="170"/>
                  </a:lnTo>
                  <a:lnTo>
                    <a:pt x="1948" y="164"/>
                  </a:lnTo>
                  <a:lnTo>
                    <a:pt x="1762" y="156"/>
                  </a:lnTo>
                  <a:lnTo>
                    <a:pt x="1582" y="148"/>
                  </a:lnTo>
                  <a:lnTo>
                    <a:pt x="1410" y="138"/>
                  </a:lnTo>
                  <a:lnTo>
                    <a:pt x="1244" y="128"/>
                  </a:lnTo>
                  <a:lnTo>
                    <a:pt x="1088" y="116"/>
                  </a:lnTo>
                  <a:lnTo>
                    <a:pt x="938" y="104"/>
                  </a:lnTo>
                  <a:lnTo>
                    <a:pt x="668" y="78"/>
                  </a:lnTo>
                  <a:lnTo>
                    <a:pt x="438" y="54"/>
                  </a:lnTo>
                  <a:lnTo>
                    <a:pt x="254" y="34"/>
                  </a:lnTo>
                  <a:lnTo>
                    <a:pt x="116" y="1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9" name="Freeform 5"/>
            <p:cNvSpPr>
              <a:spLocks noEditPoints="1"/>
            </p:cNvSpPr>
            <p:nvPr/>
          </p:nvSpPr>
          <p:spPr bwMode="gray">
            <a:xfrm>
              <a:off x="0" y="-2308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0" y="1497437"/>
            <a:ext cx="2712589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68927" y="1452881"/>
            <a:ext cx="3632850" cy="4572000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1" y="3086844"/>
            <a:ext cx="2712590" cy="2925413"/>
          </a:xfrm>
        </p:spPr>
        <p:txBody>
          <a:bodyPr/>
          <a:lstStyle>
            <a:lvl1pPr marL="0" indent="0">
              <a:buNone/>
              <a:defRPr sz="1400">
                <a:solidFill>
                  <a:schemeClr val="accent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4" name="Rectangle 13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381559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10"/>
          <p:cNvGrpSpPr/>
          <p:nvPr/>
        </p:nvGrpSpPr>
        <p:grpSpPr>
          <a:xfrm>
            <a:off x="0" y="-2308"/>
            <a:ext cx="9144000" cy="6860308"/>
            <a:chOff x="0" y="-2308"/>
            <a:chExt cx="9144000" cy="6860308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9144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42000"/>
                    <a:hueMod val="42000"/>
                    <a:satMod val="124000"/>
                    <a:lumMod val="62000"/>
                  </a:schemeClr>
                  <a:schemeClr val="dk2">
                    <a:tint val="96000"/>
                    <a:satMod val="130000"/>
                  </a:schemeClr>
                </a:duotone>
              </a:blip>
              <a:srcRect/>
              <a:stretch>
                <a:fillRect l="-16667" r="-16667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  <a:alpha val="7000"/>
                  </a:schemeClr>
                </a:gs>
                <a:gs pos="69000">
                  <a:schemeClr val="accent1">
                    <a:lumMod val="60000"/>
                    <a:lumOff val="40000"/>
                    <a:alpha val="0"/>
                  </a:schemeClr>
                </a:gs>
                <a:gs pos="36000">
                  <a:schemeClr val="accent1">
                    <a:lumMod val="60000"/>
                    <a:lumOff val="40000"/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5689832" y="4618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  <a:alpha val="14000"/>
                  </a:schemeClr>
                </a:gs>
                <a:gs pos="73000">
                  <a:schemeClr val="accent1">
                    <a:lumMod val="60000"/>
                    <a:lumOff val="40000"/>
                    <a:alpha val="0"/>
                  </a:schemeClr>
                </a:gs>
                <a:gs pos="36000">
                  <a:schemeClr val="accent1">
                    <a:lumMod val="60000"/>
                    <a:lumOff val="4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6299432" y="5865092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  <a:alpha val="10000"/>
                  </a:schemeClr>
                </a:gs>
                <a:gs pos="66000">
                  <a:schemeClr val="accent1">
                    <a:lumMod val="60000"/>
                    <a:lumOff val="40000"/>
                    <a:alpha val="0"/>
                  </a:schemeClr>
                </a:gs>
                <a:gs pos="31000">
                  <a:schemeClr val="accent1">
                    <a:lumMod val="60000"/>
                    <a:lumOff val="40000"/>
                    <a:alpha val="5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6879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  <a:alpha val="11000"/>
                  </a:schemeClr>
                </a:gs>
                <a:gs pos="75000">
                  <a:schemeClr val="accent1">
                    <a:lumMod val="60000"/>
                    <a:lumOff val="40000"/>
                    <a:alpha val="0"/>
                  </a:schemeClr>
                </a:gs>
                <a:gs pos="36000">
                  <a:schemeClr val="accent1">
                    <a:lumMod val="60000"/>
                    <a:lumOff val="40000"/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6879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  <a:alpha val="8000"/>
                  </a:schemeClr>
                </a:gs>
                <a:gs pos="72000">
                  <a:schemeClr val="accent1">
                    <a:lumMod val="60000"/>
                    <a:lumOff val="40000"/>
                    <a:alpha val="0"/>
                  </a:schemeClr>
                </a:gs>
                <a:gs pos="36000">
                  <a:schemeClr val="accent1">
                    <a:lumMod val="60000"/>
                    <a:lumOff val="40000"/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Freeform 5"/>
            <p:cNvSpPr/>
            <p:nvPr/>
          </p:nvSpPr>
          <p:spPr bwMode="gray">
            <a:xfrm rot="15687606">
              <a:off x="3074559" y="1458373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8" name="Rectangle 7"/>
            <p:cNvSpPr/>
            <p:nvPr/>
          </p:nvSpPr>
          <p:spPr>
            <a:xfrm>
              <a:off x="5283673" y="402165"/>
              <a:ext cx="3465769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9" name="Freeform 8"/>
            <p:cNvSpPr/>
            <p:nvPr/>
          </p:nvSpPr>
          <p:spPr bwMode="gray">
            <a:xfrm rot="16200000">
              <a:off x="2852610" y="1765596"/>
              <a:ext cx="5995993" cy="3326809"/>
            </a:xfrm>
            <a:custGeom>
              <a:avLst/>
              <a:gdLst/>
              <a:ahLst/>
              <a:cxnLst/>
              <a:rect l="0" t="0" r="r" b="b"/>
              <a:pathLst>
                <a:path w="4960" h="2752">
                  <a:moveTo>
                    <a:pt x="0" y="0"/>
                  </a:moveTo>
                  <a:lnTo>
                    <a:pt x="0" y="324"/>
                  </a:lnTo>
                  <a:lnTo>
                    <a:pt x="0" y="1992"/>
                  </a:lnTo>
                  <a:lnTo>
                    <a:pt x="0" y="2752"/>
                  </a:lnTo>
                  <a:lnTo>
                    <a:pt x="4960" y="2752"/>
                  </a:lnTo>
                  <a:lnTo>
                    <a:pt x="4960" y="1992"/>
                  </a:lnTo>
                  <a:lnTo>
                    <a:pt x="4960" y="324"/>
                  </a:lnTo>
                  <a:lnTo>
                    <a:pt x="4960" y="0"/>
                  </a:lnTo>
                  <a:lnTo>
                    <a:pt x="4960" y="0"/>
                  </a:lnTo>
                  <a:lnTo>
                    <a:pt x="4734" y="34"/>
                  </a:lnTo>
                  <a:lnTo>
                    <a:pt x="4510" y="64"/>
                  </a:lnTo>
                  <a:lnTo>
                    <a:pt x="4284" y="90"/>
                  </a:lnTo>
                  <a:lnTo>
                    <a:pt x="4060" y="114"/>
                  </a:lnTo>
                  <a:lnTo>
                    <a:pt x="3836" y="132"/>
                  </a:lnTo>
                  <a:lnTo>
                    <a:pt x="3614" y="146"/>
                  </a:lnTo>
                  <a:lnTo>
                    <a:pt x="3392" y="158"/>
                  </a:lnTo>
                  <a:lnTo>
                    <a:pt x="3174" y="166"/>
                  </a:lnTo>
                  <a:lnTo>
                    <a:pt x="2960" y="172"/>
                  </a:lnTo>
                  <a:lnTo>
                    <a:pt x="2748" y="174"/>
                  </a:lnTo>
                  <a:lnTo>
                    <a:pt x="2542" y="174"/>
                  </a:lnTo>
                  <a:lnTo>
                    <a:pt x="2338" y="174"/>
                  </a:lnTo>
                  <a:lnTo>
                    <a:pt x="2140" y="170"/>
                  </a:lnTo>
                  <a:lnTo>
                    <a:pt x="1948" y="164"/>
                  </a:lnTo>
                  <a:lnTo>
                    <a:pt x="1762" y="156"/>
                  </a:lnTo>
                  <a:lnTo>
                    <a:pt x="1582" y="148"/>
                  </a:lnTo>
                  <a:lnTo>
                    <a:pt x="1410" y="138"/>
                  </a:lnTo>
                  <a:lnTo>
                    <a:pt x="1244" y="128"/>
                  </a:lnTo>
                  <a:lnTo>
                    <a:pt x="1088" y="116"/>
                  </a:lnTo>
                  <a:lnTo>
                    <a:pt x="938" y="104"/>
                  </a:lnTo>
                  <a:lnTo>
                    <a:pt x="668" y="78"/>
                  </a:lnTo>
                  <a:lnTo>
                    <a:pt x="438" y="54"/>
                  </a:lnTo>
                  <a:lnTo>
                    <a:pt x="254" y="34"/>
                  </a:lnTo>
                  <a:lnTo>
                    <a:pt x="116" y="1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9" name="Freeform 5"/>
            <p:cNvSpPr>
              <a:spLocks noEditPoints="1"/>
            </p:cNvSpPr>
            <p:nvPr/>
          </p:nvSpPr>
          <p:spPr bwMode="gray">
            <a:xfrm>
              <a:off x="0" y="-2308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2" y="1362190"/>
            <a:ext cx="2987087" cy="157480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722909" y="1320800"/>
            <a:ext cx="2791102" cy="42164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1591" y="3088562"/>
            <a:ext cx="3001938" cy="2448637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accent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4" name="Rectangle 13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651394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10"/>
          <p:cNvGrpSpPr/>
          <p:nvPr/>
        </p:nvGrpSpPr>
        <p:grpSpPr>
          <a:xfrm>
            <a:off x="0" y="-2308"/>
            <a:ext cx="9144000" cy="6860308"/>
            <a:chOff x="0" y="-2308"/>
            <a:chExt cx="9144000" cy="6860308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9144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42000"/>
                    <a:hueMod val="42000"/>
                    <a:satMod val="124000"/>
                    <a:lumMod val="62000"/>
                  </a:schemeClr>
                  <a:schemeClr val="dk2">
                    <a:tint val="96000"/>
                    <a:satMod val="130000"/>
                  </a:schemeClr>
                </a:duotone>
              </a:blip>
              <a:srcRect/>
              <a:stretch>
                <a:fillRect l="-16667" r="-16667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  <a:alpha val="7000"/>
                  </a:schemeClr>
                </a:gs>
                <a:gs pos="69000">
                  <a:schemeClr val="accent1">
                    <a:lumMod val="60000"/>
                    <a:lumOff val="40000"/>
                    <a:alpha val="0"/>
                  </a:schemeClr>
                </a:gs>
                <a:gs pos="36000">
                  <a:schemeClr val="accent1">
                    <a:lumMod val="60000"/>
                    <a:lumOff val="40000"/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5689832" y="4618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  <a:alpha val="14000"/>
                  </a:schemeClr>
                </a:gs>
                <a:gs pos="73000">
                  <a:schemeClr val="accent1">
                    <a:lumMod val="60000"/>
                    <a:lumOff val="40000"/>
                    <a:alpha val="0"/>
                  </a:schemeClr>
                </a:gs>
                <a:gs pos="36000">
                  <a:schemeClr val="accent1">
                    <a:lumMod val="60000"/>
                    <a:lumOff val="4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6299432" y="5865092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  <a:alpha val="10000"/>
                  </a:schemeClr>
                </a:gs>
                <a:gs pos="66000">
                  <a:schemeClr val="accent1">
                    <a:lumMod val="60000"/>
                    <a:lumOff val="40000"/>
                    <a:alpha val="0"/>
                  </a:schemeClr>
                </a:gs>
                <a:gs pos="31000">
                  <a:schemeClr val="accent1">
                    <a:lumMod val="60000"/>
                    <a:lumOff val="40000"/>
                    <a:alpha val="5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6879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  <a:alpha val="11000"/>
                  </a:schemeClr>
                </a:gs>
                <a:gs pos="75000">
                  <a:schemeClr val="accent1">
                    <a:lumMod val="60000"/>
                    <a:lumOff val="40000"/>
                    <a:alpha val="0"/>
                  </a:schemeClr>
                </a:gs>
                <a:gs pos="36000">
                  <a:schemeClr val="accent1">
                    <a:lumMod val="60000"/>
                    <a:lumOff val="40000"/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6879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  <a:alpha val="8000"/>
                  </a:schemeClr>
                </a:gs>
                <a:gs pos="72000">
                  <a:schemeClr val="accent1">
                    <a:lumMod val="60000"/>
                    <a:lumOff val="40000"/>
                    <a:alpha val="0"/>
                  </a:schemeClr>
                </a:gs>
                <a:gs pos="36000">
                  <a:schemeClr val="accent1">
                    <a:lumMod val="60000"/>
                    <a:lumOff val="40000"/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8" name="Freeform 5"/>
            <p:cNvSpPr/>
            <p:nvPr/>
          </p:nvSpPr>
          <p:spPr bwMode="gray">
            <a:xfrm rot="10204164">
              <a:off x="426788" y="4564241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9" name="Rectangle 8"/>
            <p:cNvSpPr/>
            <p:nvPr/>
          </p:nvSpPr>
          <p:spPr>
            <a:xfrm>
              <a:off x="421503" y="402165"/>
              <a:ext cx="8327939" cy="314113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Freeform 9"/>
            <p:cNvSpPr/>
            <p:nvPr/>
          </p:nvSpPr>
          <p:spPr bwMode="gray">
            <a:xfrm rot="10800000">
              <a:off x="485023" y="2670079"/>
              <a:ext cx="8182128" cy="2130508"/>
            </a:xfrm>
            <a:custGeom>
              <a:avLst/>
              <a:gdLst/>
              <a:ahLst/>
              <a:cxnLst/>
              <a:rect l="l" t="t" r="r" b="b"/>
              <a:pathLst>
                <a:path w="10000" h="9621">
                  <a:moveTo>
                    <a:pt x="0" y="0"/>
                  </a:moveTo>
                  <a:lnTo>
                    <a:pt x="0" y="2411"/>
                  </a:lnTo>
                  <a:lnTo>
                    <a:pt x="0" y="9586"/>
                  </a:lnTo>
                  <a:lnTo>
                    <a:pt x="0" y="9621"/>
                  </a:lnTo>
                  <a:lnTo>
                    <a:pt x="10000" y="9585"/>
                  </a:lnTo>
                  <a:cubicBezTo>
                    <a:pt x="9997" y="8144"/>
                    <a:pt x="10003" y="9571"/>
                    <a:pt x="10000" y="9586"/>
                  </a:cubicBezTo>
                  <a:cubicBezTo>
                    <a:pt x="9997" y="7194"/>
                    <a:pt x="9993" y="4803"/>
                    <a:pt x="9990" y="2411"/>
                  </a:cubicBezTo>
                  <a:lnTo>
                    <a:pt x="9990" y="0"/>
                  </a:lnTo>
                  <a:lnTo>
                    <a:pt x="9990" y="0"/>
                  </a:lnTo>
                  <a:lnTo>
                    <a:pt x="9534" y="253"/>
                  </a:lnTo>
                  <a:lnTo>
                    <a:pt x="9084" y="477"/>
                  </a:lnTo>
                  <a:lnTo>
                    <a:pt x="8628" y="669"/>
                  </a:lnTo>
                  <a:lnTo>
                    <a:pt x="8177" y="847"/>
                  </a:lnTo>
                  <a:lnTo>
                    <a:pt x="7726" y="984"/>
                  </a:lnTo>
                  <a:lnTo>
                    <a:pt x="7279" y="1087"/>
                  </a:lnTo>
                  <a:lnTo>
                    <a:pt x="6832" y="1176"/>
                  </a:lnTo>
                  <a:lnTo>
                    <a:pt x="6393" y="1236"/>
                  </a:lnTo>
                  <a:lnTo>
                    <a:pt x="5962" y="1279"/>
                  </a:lnTo>
                  <a:lnTo>
                    <a:pt x="5534" y="1294"/>
                  </a:lnTo>
                  <a:lnTo>
                    <a:pt x="5120" y="1294"/>
                  </a:lnTo>
                  <a:lnTo>
                    <a:pt x="4709" y="1294"/>
                  </a:lnTo>
                  <a:lnTo>
                    <a:pt x="4311" y="1266"/>
                  </a:lnTo>
                  <a:lnTo>
                    <a:pt x="3923" y="1221"/>
                  </a:lnTo>
                  <a:lnTo>
                    <a:pt x="3548" y="1161"/>
                  </a:lnTo>
                  <a:lnTo>
                    <a:pt x="3187" y="1101"/>
                  </a:lnTo>
                  <a:lnTo>
                    <a:pt x="2840" y="1026"/>
                  </a:lnTo>
                  <a:lnTo>
                    <a:pt x="2505" y="954"/>
                  </a:lnTo>
                  <a:lnTo>
                    <a:pt x="2192" y="865"/>
                  </a:lnTo>
                  <a:lnTo>
                    <a:pt x="1889" y="775"/>
                  </a:lnTo>
                  <a:lnTo>
                    <a:pt x="1346" y="579"/>
                  </a:lnTo>
                  <a:lnTo>
                    <a:pt x="882" y="400"/>
                  </a:lnTo>
                  <a:lnTo>
                    <a:pt x="511" y="253"/>
                  </a:lnTo>
                  <a:lnTo>
                    <a:pt x="234" y="118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9" name="Freeform 5"/>
            <p:cNvSpPr>
              <a:spLocks noEditPoints="1"/>
            </p:cNvSpPr>
            <p:nvPr/>
          </p:nvSpPr>
          <p:spPr bwMode="gray">
            <a:xfrm>
              <a:off x="0" y="-2308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3" y="4961453"/>
            <a:ext cx="6422002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66441" y="685800"/>
            <a:ext cx="6422004" cy="3429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3" y="5528191"/>
            <a:ext cx="6422003" cy="493712"/>
          </a:xfrm>
        </p:spPr>
        <p:txBody>
          <a:bodyPr>
            <a:normAutofit/>
          </a:bodyPr>
          <a:lstStyle>
            <a:lvl1pPr marL="0" indent="0">
              <a:buNone/>
              <a:defRPr sz="1200">
                <a:solidFill>
                  <a:schemeClr val="accent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4" name="Rectangle 13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797878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/>
        </p:nvGrpSpPr>
        <p:grpSpPr>
          <a:xfrm>
            <a:off x="0" y="-2308"/>
            <a:ext cx="9144000" cy="6860308"/>
            <a:chOff x="0" y="-2308"/>
            <a:chExt cx="9144000" cy="6860308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9144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42000"/>
                    <a:hueMod val="42000"/>
                    <a:satMod val="124000"/>
                    <a:lumMod val="62000"/>
                  </a:schemeClr>
                  <a:schemeClr val="dk2">
                    <a:tint val="96000"/>
                    <a:satMod val="130000"/>
                  </a:schemeClr>
                </a:duotone>
              </a:blip>
              <a:srcRect/>
              <a:stretch>
                <a:fillRect l="-16667" r="-16667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  <a:alpha val="7000"/>
                  </a:schemeClr>
                </a:gs>
                <a:gs pos="69000">
                  <a:schemeClr val="accent1">
                    <a:lumMod val="60000"/>
                    <a:lumOff val="40000"/>
                    <a:alpha val="0"/>
                  </a:schemeClr>
                </a:gs>
                <a:gs pos="36000">
                  <a:schemeClr val="accent1">
                    <a:lumMod val="60000"/>
                    <a:lumOff val="40000"/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5689832" y="4618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  <a:alpha val="14000"/>
                  </a:schemeClr>
                </a:gs>
                <a:gs pos="73000">
                  <a:schemeClr val="accent1">
                    <a:lumMod val="60000"/>
                    <a:lumOff val="40000"/>
                    <a:alpha val="0"/>
                  </a:schemeClr>
                </a:gs>
                <a:gs pos="36000">
                  <a:schemeClr val="accent1">
                    <a:lumMod val="60000"/>
                    <a:lumOff val="4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6299432" y="5865092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  <a:alpha val="10000"/>
                  </a:schemeClr>
                </a:gs>
                <a:gs pos="66000">
                  <a:schemeClr val="accent1">
                    <a:lumMod val="60000"/>
                    <a:lumOff val="40000"/>
                    <a:alpha val="0"/>
                  </a:schemeClr>
                </a:gs>
                <a:gs pos="31000">
                  <a:schemeClr val="accent1">
                    <a:lumMod val="60000"/>
                    <a:lumOff val="40000"/>
                    <a:alpha val="5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6879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  <a:alpha val="11000"/>
                  </a:schemeClr>
                </a:gs>
                <a:gs pos="75000">
                  <a:schemeClr val="accent1">
                    <a:lumMod val="60000"/>
                    <a:lumOff val="40000"/>
                    <a:alpha val="0"/>
                  </a:schemeClr>
                </a:gs>
                <a:gs pos="36000">
                  <a:schemeClr val="accent1">
                    <a:lumMod val="60000"/>
                    <a:lumOff val="40000"/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6879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  <a:alpha val="8000"/>
                  </a:schemeClr>
                </a:gs>
                <a:gs pos="72000">
                  <a:schemeClr val="accent1">
                    <a:lumMod val="60000"/>
                    <a:lumOff val="40000"/>
                    <a:alpha val="0"/>
                  </a:schemeClr>
                </a:gs>
                <a:gs pos="36000">
                  <a:schemeClr val="accent1">
                    <a:lumMod val="60000"/>
                    <a:lumOff val="40000"/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Freeform 5"/>
            <p:cNvSpPr/>
            <p:nvPr/>
          </p:nvSpPr>
          <p:spPr bwMode="gray">
            <a:xfrm rot="21010068">
              <a:off x="6359946" y="2780895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4" name="Rectangle 13"/>
            <p:cNvSpPr/>
            <p:nvPr/>
          </p:nvSpPr>
          <p:spPr>
            <a:xfrm>
              <a:off x="485023" y="4343399"/>
              <a:ext cx="8182128" cy="211243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Freeform 14"/>
            <p:cNvSpPr/>
            <p:nvPr/>
          </p:nvSpPr>
          <p:spPr bwMode="gray">
            <a:xfrm>
              <a:off x="485023" y="2854646"/>
              <a:ext cx="8182128" cy="2130508"/>
            </a:xfrm>
            <a:custGeom>
              <a:avLst/>
              <a:gdLst/>
              <a:ahLst/>
              <a:cxnLst/>
              <a:rect l="l" t="t" r="r" b="b"/>
              <a:pathLst>
                <a:path w="10000" h="9621">
                  <a:moveTo>
                    <a:pt x="0" y="0"/>
                  </a:moveTo>
                  <a:lnTo>
                    <a:pt x="0" y="2411"/>
                  </a:lnTo>
                  <a:lnTo>
                    <a:pt x="0" y="9586"/>
                  </a:lnTo>
                  <a:lnTo>
                    <a:pt x="0" y="9621"/>
                  </a:lnTo>
                  <a:lnTo>
                    <a:pt x="10000" y="9585"/>
                  </a:lnTo>
                  <a:cubicBezTo>
                    <a:pt x="9997" y="8144"/>
                    <a:pt x="10003" y="9571"/>
                    <a:pt x="10000" y="9586"/>
                  </a:cubicBezTo>
                  <a:cubicBezTo>
                    <a:pt x="9997" y="7194"/>
                    <a:pt x="9993" y="4803"/>
                    <a:pt x="9990" y="2411"/>
                  </a:cubicBezTo>
                  <a:lnTo>
                    <a:pt x="9990" y="0"/>
                  </a:lnTo>
                  <a:lnTo>
                    <a:pt x="9990" y="0"/>
                  </a:lnTo>
                  <a:lnTo>
                    <a:pt x="9534" y="253"/>
                  </a:lnTo>
                  <a:lnTo>
                    <a:pt x="9084" y="477"/>
                  </a:lnTo>
                  <a:lnTo>
                    <a:pt x="8628" y="669"/>
                  </a:lnTo>
                  <a:lnTo>
                    <a:pt x="8177" y="847"/>
                  </a:lnTo>
                  <a:lnTo>
                    <a:pt x="7726" y="984"/>
                  </a:lnTo>
                  <a:lnTo>
                    <a:pt x="7279" y="1087"/>
                  </a:lnTo>
                  <a:lnTo>
                    <a:pt x="6832" y="1176"/>
                  </a:lnTo>
                  <a:lnTo>
                    <a:pt x="6393" y="1236"/>
                  </a:lnTo>
                  <a:lnTo>
                    <a:pt x="5962" y="1279"/>
                  </a:lnTo>
                  <a:lnTo>
                    <a:pt x="5534" y="1294"/>
                  </a:lnTo>
                  <a:lnTo>
                    <a:pt x="5120" y="1294"/>
                  </a:lnTo>
                  <a:lnTo>
                    <a:pt x="4709" y="1294"/>
                  </a:lnTo>
                  <a:lnTo>
                    <a:pt x="4311" y="1266"/>
                  </a:lnTo>
                  <a:lnTo>
                    <a:pt x="3923" y="1221"/>
                  </a:lnTo>
                  <a:lnTo>
                    <a:pt x="3548" y="1161"/>
                  </a:lnTo>
                  <a:lnTo>
                    <a:pt x="3187" y="1101"/>
                  </a:lnTo>
                  <a:lnTo>
                    <a:pt x="2840" y="1026"/>
                  </a:lnTo>
                  <a:lnTo>
                    <a:pt x="2505" y="954"/>
                  </a:lnTo>
                  <a:lnTo>
                    <a:pt x="2192" y="865"/>
                  </a:lnTo>
                  <a:lnTo>
                    <a:pt x="1889" y="775"/>
                  </a:lnTo>
                  <a:lnTo>
                    <a:pt x="1346" y="579"/>
                  </a:lnTo>
                  <a:lnTo>
                    <a:pt x="882" y="400"/>
                  </a:lnTo>
                  <a:lnTo>
                    <a:pt x="511" y="253"/>
                  </a:lnTo>
                  <a:lnTo>
                    <a:pt x="234" y="118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22" name="Freeform 5"/>
            <p:cNvSpPr>
              <a:spLocks noEditPoints="1"/>
            </p:cNvSpPr>
            <p:nvPr/>
          </p:nvSpPr>
          <p:spPr bwMode="gray">
            <a:xfrm>
              <a:off x="0" y="-2308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1" y="927100"/>
            <a:ext cx="6422004" cy="1653117"/>
          </a:xfrm>
        </p:spPr>
        <p:txBody>
          <a:bodyPr anchor="ctr"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3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1" y="3509006"/>
            <a:ext cx="6422003" cy="2515873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8" name="Rectangle 17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322511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/>
        </p:nvGrpSpPr>
        <p:grpSpPr>
          <a:xfrm>
            <a:off x="0" y="-2308"/>
            <a:ext cx="9144000" cy="6860308"/>
            <a:chOff x="0" y="-2308"/>
            <a:chExt cx="9144000" cy="6860308"/>
          </a:xfrm>
        </p:grpSpPr>
        <p:sp>
          <p:nvSpPr>
            <p:cNvPr id="13" name="Rectangle 12"/>
            <p:cNvSpPr/>
            <p:nvPr/>
          </p:nvSpPr>
          <p:spPr>
            <a:xfrm>
              <a:off x="0" y="0"/>
              <a:ext cx="9144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42000"/>
                    <a:hueMod val="42000"/>
                    <a:satMod val="124000"/>
                    <a:lumMod val="62000"/>
                  </a:schemeClr>
                  <a:schemeClr val="dk2">
                    <a:tint val="96000"/>
                    <a:satMod val="130000"/>
                  </a:schemeClr>
                </a:duotone>
              </a:blip>
              <a:srcRect/>
              <a:stretch>
                <a:fillRect l="-16667" r="-16667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  <a:alpha val="7000"/>
                  </a:schemeClr>
                </a:gs>
                <a:gs pos="69000">
                  <a:schemeClr val="accent1">
                    <a:lumMod val="60000"/>
                    <a:lumOff val="40000"/>
                    <a:alpha val="0"/>
                  </a:schemeClr>
                </a:gs>
                <a:gs pos="36000">
                  <a:schemeClr val="accent1">
                    <a:lumMod val="60000"/>
                    <a:lumOff val="40000"/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5689832" y="4618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  <a:alpha val="14000"/>
                  </a:schemeClr>
                </a:gs>
                <a:gs pos="73000">
                  <a:schemeClr val="accent1">
                    <a:lumMod val="60000"/>
                    <a:lumOff val="40000"/>
                    <a:alpha val="0"/>
                  </a:schemeClr>
                </a:gs>
                <a:gs pos="36000">
                  <a:schemeClr val="accent1">
                    <a:lumMod val="60000"/>
                    <a:lumOff val="4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6299432" y="5865092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  <a:alpha val="10000"/>
                  </a:schemeClr>
                </a:gs>
                <a:gs pos="66000">
                  <a:schemeClr val="accent1">
                    <a:lumMod val="60000"/>
                    <a:lumOff val="40000"/>
                    <a:alpha val="0"/>
                  </a:schemeClr>
                </a:gs>
                <a:gs pos="31000">
                  <a:schemeClr val="accent1">
                    <a:lumMod val="60000"/>
                    <a:lumOff val="40000"/>
                    <a:alpha val="5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6879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  <a:alpha val="11000"/>
                  </a:schemeClr>
                </a:gs>
                <a:gs pos="75000">
                  <a:schemeClr val="accent1">
                    <a:lumMod val="60000"/>
                    <a:lumOff val="40000"/>
                    <a:alpha val="0"/>
                  </a:schemeClr>
                </a:gs>
                <a:gs pos="36000">
                  <a:schemeClr val="accent1">
                    <a:lumMod val="60000"/>
                    <a:lumOff val="40000"/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6879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  <a:alpha val="8000"/>
                  </a:schemeClr>
                </a:gs>
                <a:gs pos="72000">
                  <a:schemeClr val="accent1">
                    <a:lumMod val="60000"/>
                    <a:lumOff val="40000"/>
                    <a:alpha val="0"/>
                  </a:schemeClr>
                </a:gs>
                <a:gs pos="36000">
                  <a:schemeClr val="accent1">
                    <a:lumMod val="60000"/>
                    <a:lumOff val="40000"/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5" name="Freeform 5"/>
            <p:cNvSpPr/>
            <p:nvPr/>
          </p:nvSpPr>
          <p:spPr bwMode="gray">
            <a:xfrm rot="21010068">
              <a:off x="6359946" y="4309201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36" name="Freeform 35"/>
            <p:cNvSpPr/>
            <p:nvPr/>
          </p:nvSpPr>
          <p:spPr bwMode="gray">
            <a:xfrm>
              <a:off x="485023" y="4381500"/>
              <a:ext cx="8182128" cy="2130508"/>
            </a:xfrm>
            <a:custGeom>
              <a:avLst/>
              <a:gdLst/>
              <a:ahLst/>
              <a:cxnLst/>
              <a:rect l="l" t="t" r="r" b="b"/>
              <a:pathLst>
                <a:path w="10000" h="9621">
                  <a:moveTo>
                    <a:pt x="0" y="0"/>
                  </a:moveTo>
                  <a:lnTo>
                    <a:pt x="0" y="2411"/>
                  </a:lnTo>
                  <a:lnTo>
                    <a:pt x="0" y="9586"/>
                  </a:lnTo>
                  <a:lnTo>
                    <a:pt x="0" y="9621"/>
                  </a:lnTo>
                  <a:lnTo>
                    <a:pt x="10000" y="9585"/>
                  </a:lnTo>
                  <a:cubicBezTo>
                    <a:pt x="9997" y="8144"/>
                    <a:pt x="10003" y="9571"/>
                    <a:pt x="10000" y="9586"/>
                  </a:cubicBezTo>
                  <a:cubicBezTo>
                    <a:pt x="9997" y="7194"/>
                    <a:pt x="9993" y="4803"/>
                    <a:pt x="9990" y="2411"/>
                  </a:cubicBezTo>
                  <a:lnTo>
                    <a:pt x="9990" y="0"/>
                  </a:lnTo>
                  <a:lnTo>
                    <a:pt x="9990" y="0"/>
                  </a:lnTo>
                  <a:lnTo>
                    <a:pt x="9534" y="253"/>
                  </a:lnTo>
                  <a:lnTo>
                    <a:pt x="9084" y="477"/>
                  </a:lnTo>
                  <a:lnTo>
                    <a:pt x="8628" y="669"/>
                  </a:lnTo>
                  <a:lnTo>
                    <a:pt x="8177" y="847"/>
                  </a:lnTo>
                  <a:lnTo>
                    <a:pt x="7726" y="984"/>
                  </a:lnTo>
                  <a:lnTo>
                    <a:pt x="7279" y="1087"/>
                  </a:lnTo>
                  <a:lnTo>
                    <a:pt x="6832" y="1176"/>
                  </a:lnTo>
                  <a:lnTo>
                    <a:pt x="6393" y="1236"/>
                  </a:lnTo>
                  <a:lnTo>
                    <a:pt x="5962" y="1279"/>
                  </a:lnTo>
                  <a:lnTo>
                    <a:pt x="5534" y="1294"/>
                  </a:lnTo>
                  <a:lnTo>
                    <a:pt x="5120" y="1294"/>
                  </a:lnTo>
                  <a:lnTo>
                    <a:pt x="4709" y="1294"/>
                  </a:lnTo>
                  <a:lnTo>
                    <a:pt x="4311" y="1266"/>
                  </a:lnTo>
                  <a:lnTo>
                    <a:pt x="3923" y="1221"/>
                  </a:lnTo>
                  <a:lnTo>
                    <a:pt x="3548" y="1161"/>
                  </a:lnTo>
                  <a:lnTo>
                    <a:pt x="3187" y="1101"/>
                  </a:lnTo>
                  <a:lnTo>
                    <a:pt x="2840" y="1026"/>
                  </a:lnTo>
                  <a:lnTo>
                    <a:pt x="2505" y="954"/>
                  </a:lnTo>
                  <a:lnTo>
                    <a:pt x="2192" y="865"/>
                  </a:lnTo>
                  <a:lnTo>
                    <a:pt x="1889" y="775"/>
                  </a:lnTo>
                  <a:lnTo>
                    <a:pt x="1346" y="579"/>
                  </a:lnTo>
                  <a:lnTo>
                    <a:pt x="882" y="400"/>
                  </a:lnTo>
                  <a:lnTo>
                    <a:pt x="511" y="253"/>
                  </a:lnTo>
                  <a:lnTo>
                    <a:pt x="234" y="118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21" name="Freeform 5"/>
            <p:cNvSpPr>
              <a:spLocks noEditPoints="1"/>
            </p:cNvSpPr>
            <p:nvPr/>
          </p:nvSpPr>
          <p:spPr bwMode="gray">
            <a:xfrm>
              <a:off x="0" y="-2308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10" name="TextBox 9"/>
          <p:cNvSpPr txBox="1"/>
          <p:nvPr/>
        </p:nvSpPr>
        <p:spPr>
          <a:xfrm>
            <a:off x="644721" y="654263"/>
            <a:ext cx="601591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accent1"/>
                </a:solidFill>
                <a:latin typeface="Arial"/>
                <a:cs typeface="Arial"/>
              </a:defRPr>
            </a:lvl1pPr>
          </a:lstStyle>
          <a:p>
            <a:pPr lvl="0"/>
            <a:r>
              <a:rPr lang="en-US" sz="8000" dirty="0"/>
              <a:t>“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227454" y="2900539"/>
            <a:ext cx="538973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accent1"/>
                </a:solidFill>
                <a:latin typeface="Arial"/>
                <a:cs typeface="Arial"/>
              </a:defRPr>
            </a:lvl1pPr>
          </a:lstStyle>
          <a:p>
            <a:pPr lvl="0"/>
            <a:r>
              <a:rPr lang="en-US" sz="8000" dirty="0"/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28059" y="914401"/>
            <a:ext cx="6160385" cy="2894878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7" name="Text Placeholder 3"/>
          <p:cNvSpPr>
            <a:spLocks noGrp="1"/>
          </p:cNvSpPr>
          <p:nvPr>
            <p:ph type="body" sz="half" idx="13"/>
          </p:nvPr>
        </p:nvSpPr>
        <p:spPr>
          <a:xfrm>
            <a:off x="1387279" y="3814473"/>
            <a:ext cx="5646142" cy="333113"/>
          </a:xfrm>
        </p:spPr>
        <p:txBody>
          <a:bodyPr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accent1"/>
                </a:solidFill>
                <a:ea typeface="+mn-ea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0" y="5000815"/>
            <a:ext cx="6422005" cy="1024065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900"/>
            </a:lvl1pPr>
          </a:lstStyle>
          <a:p>
            <a:fld id="{5BCAD085-E8A6-8845-BD4E-CB4CCA059FC4}" type="datetimeFigureOut">
              <a:rPr lang="en-US" smtClean="0"/>
              <a:t>1/10/2026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900"/>
            </a:lvl1pPr>
          </a:lstStyle>
          <a:p>
            <a:endParaRPr lang="en-US"/>
          </a:p>
        </p:txBody>
      </p:sp>
      <p:sp>
        <p:nvSpPr>
          <p:cNvPr id="43" name="Rectangle 42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899248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2308"/>
            <a:ext cx="9144000" cy="6860308"/>
            <a:chOff x="0" y="-2308"/>
            <a:chExt cx="9144000" cy="6860308"/>
          </a:xfrm>
        </p:grpSpPr>
        <p:sp>
          <p:nvSpPr>
            <p:cNvPr id="10" name="Rectangle 9"/>
            <p:cNvSpPr/>
            <p:nvPr/>
          </p:nvSpPr>
          <p:spPr>
            <a:xfrm>
              <a:off x="0" y="0"/>
              <a:ext cx="9144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42000"/>
                    <a:hueMod val="42000"/>
                    <a:satMod val="124000"/>
                    <a:lumMod val="62000"/>
                  </a:schemeClr>
                  <a:schemeClr val="dk2">
                    <a:tint val="96000"/>
                    <a:satMod val="130000"/>
                  </a:schemeClr>
                </a:duotone>
              </a:blip>
              <a:srcRect/>
              <a:stretch>
                <a:fillRect l="-16667" r="-16667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  <a:alpha val="7000"/>
                  </a:schemeClr>
                </a:gs>
                <a:gs pos="69000">
                  <a:schemeClr val="accent1">
                    <a:lumMod val="60000"/>
                    <a:lumOff val="40000"/>
                    <a:alpha val="0"/>
                  </a:schemeClr>
                </a:gs>
                <a:gs pos="36000">
                  <a:schemeClr val="accent1">
                    <a:lumMod val="60000"/>
                    <a:lumOff val="40000"/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5689832" y="4618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  <a:alpha val="14000"/>
                  </a:schemeClr>
                </a:gs>
                <a:gs pos="73000">
                  <a:schemeClr val="accent1">
                    <a:lumMod val="60000"/>
                    <a:lumOff val="40000"/>
                    <a:alpha val="0"/>
                  </a:schemeClr>
                </a:gs>
                <a:gs pos="36000">
                  <a:schemeClr val="accent1">
                    <a:lumMod val="60000"/>
                    <a:lumOff val="4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6299432" y="5865092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  <a:alpha val="10000"/>
                  </a:schemeClr>
                </a:gs>
                <a:gs pos="66000">
                  <a:schemeClr val="accent1">
                    <a:lumMod val="60000"/>
                    <a:lumOff val="40000"/>
                    <a:alpha val="0"/>
                  </a:schemeClr>
                </a:gs>
                <a:gs pos="31000">
                  <a:schemeClr val="accent1">
                    <a:lumMod val="60000"/>
                    <a:lumOff val="40000"/>
                    <a:alpha val="5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6879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  <a:alpha val="11000"/>
                  </a:schemeClr>
                </a:gs>
                <a:gs pos="75000">
                  <a:schemeClr val="accent1">
                    <a:lumMod val="60000"/>
                    <a:lumOff val="40000"/>
                    <a:alpha val="0"/>
                  </a:schemeClr>
                </a:gs>
                <a:gs pos="36000">
                  <a:schemeClr val="accent1">
                    <a:lumMod val="60000"/>
                    <a:lumOff val="40000"/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6879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  <a:alpha val="8000"/>
                  </a:schemeClr>
                </a:gs>
                <a:gs pos="72000">
                  <a:schemeClr val="accent1">
                    <a:lumMod val="60000"/>
                    <a:lumOff val="40000"/>
                    <a:alpha val="0"/>
                  </a:schemeClr>
                </a:gs>
                <a:gs pos="36000">
                  <a:schemeClr val="accent1">
                    <a:lumMod val="60000"/>
                    <a:lumOff val="40000"/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5"/>
            <p:cNvSpPr/>
            <p:nvPr/>
          </p:nvSpPr>
          <p:spPr bwMode="gray">
            <a:xfrm rot="21010068">
              <a:off x="6359946" y="4311243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11"/>
            <p:cNvSpPr/>
            <p:nvPr/>
          </p:nvSpPr>
          <p:spPr bwMode="gray">
            <a:xfrm>
              <a:off x="485023" y="4381500"/>
              <a:ext cx="8182128" cy="2130508"/>
            </a:xfrm>
            <a:custGeom>
              <a:avLst/>
              <a:gdLst/>
              <a:ahLst/>
              <a:cxnLst/>
              <a:rect l="l" t="t" r="r" b="b"/>
              <a:pathLst>
                <a:path w="10000" h="9621">
                  <a:moveTo>
                    <a:pt x="0" y="0"/>
                  </a:moveTo>
                  <a:lnTo>
                    <a:pt x="0" y="2411"/>
                  </a:lnTo>
                  <a:lnTo>
                    <a:pt x="0" y="9586"/>
                  </a:lnTo>
                  <a:lnTo>
                    <a:pt x="0" y="9621"/>
                  </a:lnTo>
                  <a:lnTo>
                    <a:pt x="10000" y="9585"/>
                  </a:lnTo>
                  <a:cubicBezTo>
                    <a:pt x="9997" y="8144"/>
                    <a:pt x="10003" y="9571"/>
                    <a:pt x="10000" y="9586"/>
                  </a:cubicBezTo>
                  <a:cubicBezTo>
                    <a:pt x="9997" y="7194"/>
                    <a:pt x="9993" y="4803"/>
                    <a:pt x="9990" y="2411"/>
                  </a:cubicBezTo>
                  <a:lnTo>
                    <a:pt x="9990" y="0"/>
                  </a:lnTo>
                  <a:lnTo>
                    <a:pt x="9990" y="0"/>
                  </a:lnTo>
                  <a:lnTo>
                    <a:pt x="9534" y="253"/>
                  </a:lnTo>
                  <a:lnTo>
                    <a:pt x="9084" y="477"/>
                  </a:lnTo>
                  <a:lnTo>
                    <a:pt x="8628" y="669"/>
                  </a:lnTo>
                  <a:lnTo>
                    <a:pt x="8177" y="847"/>
                  </a:lnTo>
                  <a:lnTo>
                    <a:pt x="7726" y="984"/>
                  </a:lnTo>
                  <a:lnTo>
                    <a:pt x="7279" y="1087"/>
                  </a:lnTo>
                  <a:lnTo>
                    <a:pt x="6832" y="1176"/>
                  </a:lnTo>
                  <a:lnTo>
                    <a:pt x="6393" y="1236"/>
                  </a:lnTo>
                  <a:lnTo>
                    <a:pt x="5962" y="1279"/>
                  </a:lnTo>
                  <a:lnTo>
                    <a:pt x="5534" y="1294"/>
                  </a:lnTo>
                  <a:lnTo>
                    <a:pt x="5120" y="1294"/>
                  </a:lnTo>
                  <a:lnTo>
                    <a:pt x="4709" y="1294"/>
                  </a:lnTo>
                  <a:lnTo>
                    <a:pt x="4311" y="1266"/>
                  </a:lnTo>
                  <a:lnTo>
                    <a:pt x="3923" y="1221"/>
                  </a:lnTo>
                  <a:lnTo>
                    <a:pt x="3548" y="1161"/>
                  </a:lnTo>
                  <a:lnTo>
                    <a:pt x="3187" y="1101"/>
                  </a:lnTo>
                  <a:lnTo>
                    <a:pt x="2840" y="1026"/>
                  </a:lnTo>
                  <a:lnTo>
                    <a:pt x="2505" y="954"/>
                  </a:lnTo>
                  <a:lnTo>
                    <a:pt x="2192" y="865"/>
                  </a:lnTo>
                  <a:lnTo>
                    <a:pt x="1889" y="775"/>
                  </a:lnTo>
                  <a:lnTo>
                    <a:pt x="1346" y="579"/>
                  </a:lnTo>
                  <a:lnTo>
                    <a:pt x="882" y="400"/>
                  </a:lnTo>
                  <a:lnTo>
                    <a:pt x="511" y="253"/>
                  </a:lnTo>
                  <a:lnTo>
                    <a:pt x="234" y="118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9" name="Freeform 5"/>
            <p:cNvSpPr>
              <a:spLocks noEditPoints="1"/>
            </p:cNvSpPr>
            <p:nvPr/>
          </p:nvSpPr>
          <p:spPr bwMode="gray">
            <a:xfrm>
              <a:off x="0" y="-2308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1" y="2057399"/>
            <a:ext cx="6422004" cy="209550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441" y="5159399"/>
            <a:ext cx="6422004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accent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5" name="Rectangle 14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991246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8884" y="927101"/>
            <a:ext cx="6423592" cy="709864"/>
          </a:xfrm>
        </p:spPr>
        <p:txBody>
          <a:bodyPr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8884" y="2489199"/>
            <a:ext cx="2310988" cy="657962"/>
          </a:xfrm>
        </p:spPr>
        <p:txBody>
          <a:bodyPr anchor="b">
            <a:noAutofit/>
          </a:bodyPr>
          <a:lstStyle>
            <a:lvl1pPr marL="0" indent="0">
              <a:buNone/>
              <a:defRPr sz="20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5"/>
          </p:nvPr>
        </p:nvSpPr>
        <p:spPr>
          <a:xfrm>
            <a:off x="868884" y="3147164"/>
            <a:ext cx="2310988" cy="2877715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08471" y="2489201"/>
            <a:ext cx="2326750" cy="657962"/>
          </a:xfrm>
        </p:spPr>
        <p:txBody>
          <a:bodyPr anchor="b">
            <a:noAutofit/>
          </a:bodyPr>
          <a:lstStyle>
            <a:lvl1pPr marL="0" indent="0">
              <a:buNone/>
              <a:defRPr sz="20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6"/>
          </p:nvPr>
        </p:nvSpPr>
        <p:spPr>
          <a:xfrm>
            <a:off x="3408472" y="3147164"/>
            <a:ext cx="2326750" cy="2888366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963820" y="2489200"/>
            <a:ext cx="2313740" cy="657961"/>
          </a:xfrm>
        </p:spPr>
        <p:txBody>
          <a:bodyPr anchor="b">
            <a:noAutofit/>
          </a:bodyPr>
          <a:lstStyle>
            <a:lvl1pPr marL="0" indent="0">
              <a:buNone/>
              <a:defRPr sz="20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7"/>
          </p:nvPr>
        </p:nvSpPr>
        <p:spPr>
          <a:xfrm>
            <a:off x="5963820" y="3147162"/>
            <a:ext cx="2313739" cy="2888368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3294530" y="2489201"/>
            <a:ext cx="0" cy="3546328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5849521" y="2489201"/>
            <a:ext cx="0" cy="3546328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778893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1" y="936973"/>
            <a:ext cx="6423592" cy="699992"/>
          </a:xfrm>
        </p:spPr>
        <p:txBody>
          <a:bodyPr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439" y="4188546"/>
            <a:ext cx="2314064" cy="649011"/>
          </a:xfrm>
        </p:spPr>
        <p:txBody>
          <a:bodyPr anchor="b">
            <a:noAutofit/>
          </a:bodyPr>
          <a:lstStyle>
            <a:lvl1pPr marL="0" indent="0">
              <a:buNone/>
              <a:defRPr sz="20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021261" y="2489200"/>
            <a:ext cx="2012937" cy="1447342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8"/>
          </p:nvPr>
        </p:nvSpPr>
        <p:spPr>
          <a:xfrm>
            <a:off x="866438" y="4837558"/>
            <a:ext cx="2309280" cy="1187322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04317" y="4188546"/>
            <a:ext cx="2330903" cy="657962"/>
          </a:xfrm>
        </p:spPr>
        <p:txBody>
          <a:bodyPr anchor="b">
            <a:noAutofit/>
          </a:bodyPr>
          <a:lstStyle>
            <a:lvl1pPr marL="0" indent="0">
              <a:buNone/>
              <a:defRPr sz="20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16"/>
          </p:nvPr>
        </p:nvSpPr>
        <p:spPr>
          <a:xfrm>
            <a:off x="3550622" y="2489200"/>
            <a:ext cx="2025182" cy="1447342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3404317" y="4846509"/>
            <a:ext cx="2330904" cy="1178372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963820" y="4184814"/>
            <a:ext cx="2299492" cy="657962"/>
          </a:xfrm>
        </p:spPr>
        <p:txBody>
          <a:bodyPr anchor="b">
            <a:noAutofit/>
          </a:bodyPr>
          <a:lstStyle>
            <a:lvl1pPr marL="0" indent="0">
              <a:buNone/>
              <a:defRPr sz="20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17"/>
          </p:nvPr>
        </p:nvSpPr>
        <p:spPr>
          <a:xfrm>
            <a:off x="6104945" y="2489200"/>
            <a:ext cx="2018839" cy="1447342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5963820" y="4846510"/>
            <a:ext cx="2299492" cy="1189020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cxnSp>
        <p:nvCxnSpPr>
          <p:cNvPr id="21" name="Straight Connector 20"/>
          <p:cNvCxnSpPr/>
          <p:nvPr/>
        </p:nvCxnSpPr>
        <p:spPr>
          <a:xfrm>
            <a:off x="3290019" y="2489201"/>
            <a:ext cx="0" cy="3546328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/>
          <p:cNvCxnSpPr/>
          <p:nvPr/>
        </p:nvCxnSpPr>
        <p:spPr>
          <a:xfrm>
            <a:off x="5849521" y="2489201"/>
            <a:ext cx="0" cy="3546328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584305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66441" y="2489200"/>
            <a:ext cx="6343201" cy="3530600"/>
          </a:xfrm>
        </p:spPr>
        <p:txBody>
          <a:bodyPr vert="eaVert" anchor="t" anchorCtr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900"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72217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9"/>
          <p:cNvGrpSpPr/>
          <p:nvPr/>
        </p:nvGrpSpPr>
        <p:grpSpPr>
          <a:xfrm>
            <a:off x="0" y="-2308"/>
            <a:ext cx="9144000" cy="6860308"/>
            <a:chOff x="0" y="-2308"/>
            <a:chExt cx="9144000" cy="6860308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9144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42000"/>
                    <a:hueMod val="42000"/>
                    <a:satMod val="124000"/>
                    <a:lumMod val="62000"/>
                  </a:schemeClr>
                  <a:schemeClr val="dk2">
                    <a:tint val="96000"/>
                    <a:satMod val="130000"/>
                  </a:schemeClr>
                </a:duotone>
              </a:blip>
              <a:srcRect/>
              <a:stretch>
                <a:fillRect l="-16667" r="-16667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Oval 11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  <a:alpha val="7000"/>
                  </a:schemeClr>
                </a:gs>
                <a:gs pos="69000">
                  <a:schemeClr val="accent1">
                    <a:lumMod val="60000"/>
                    <a:lumOff val="40000"/>
                    <a:alpha val="0"/>
                  </a:schemeClr>
                </a:gs>
                <a:gs pos="36000">
                  <a:schemeClr val="accent1">
                    <a:lumMod val="60000"/>
                    <a:lumOff val="40000"/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5689832" y="4618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  <a:alpha val="14000"/>
                  </a:schemeClr>
                </a:gs>
                <a:gs pos="73000">
                  <a:schemeClr val="accent1">
                    <a:lumMod val="60000"/>
                    <a:lumOff val="40000"/>
                    <a:alpha val="0"/>
                  </a:schemeClr>
                </a:gs>
                <a:gs pos="36000">
                  <a:schemeClr val="accent1">
                    <a:lumMod val="60000"/>
                    <a:lumOff val="4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6299432" y="5865092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  <a:alpha val="10000"/>
                  </a:schemeClr>
                </a:gs>
                <a:gs pos="66000">
                  <a:schemeClr val="accent1">
                    <a:lumMod val="60000"/>
                    <a:lumOff val="40000"/>
                    <a:alpha val="0"/>
                  </a:schemeClr>
                </a:gs>
                <a:gs pos="31000">
                  <a:schemeClr val="accent1">
                    <a:lumMod val="60000"/>
                    <a:lumOff val="40000"/>
                    <a:alpha val="5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6879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  <a:alpha val="11000"/>
                  </a:schemeClr>
                </a:gs>
                <a:gs pos="75000">
                  <a:schemeClr val="accent1">
                    <a:lumMod val="60000"/>
                    <a:lumOff val="40000"/>
                    <a:alpha val="0"/>
                  </a:schemeClr>
                </a:gs>
                <a:gs pos="36000">
                  <a:schemeClr val="accent1">
                    <a:lumMod val="60000"/>
                    <a:lumOff val="40000"/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6879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  <a:alpha val="8000"/>
                  </a:schemeClr>
                </a:gs>
                <a:gs pos="72000">
                  <a:schemeClr val="accent1">
                    <a:lumMod val="60000"/>
                    <a:lumOff val="40000"/>
                    <a:alpha val="0"/>
                  </a:schemeClr>
                </a:gs>
                <a:gs pos="36000">
                  <a:schemeClr val="accent1">
                    <a:lumMod val="60000"/>
                    <a:lumOff val="40000"/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9" name="Freeform 5"/>
            <p:cNvSpPr/>
            <p:nvPr/>
          </p:nvSpPr>
          <p:spPr bwMode="gray">
            <a:xfrm rot="4966650">
              <a:off x="4673046" y="5107506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7" name="Rectangle 6"/>
            <p:cNvSpPr/>
            <p:nvPr/>
          </p:nvSpPr>
          <p:spPr>
            <a:xfrm>
              <a:off x="414867" y="402165"/>
              <a:ext cx="46105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8" name="Freeform 7"/>
            <p:cNvSpPr/>
            <p:nvPr/>
          </p:nvSpPr>
          <p:spPr bwMode="gray">
            <a:xfrm rot="5400000">
              <a:off x="1299309" y="1765596"/>
              <a:ext cx="5995993" cy="3326809"/>
            </a:xfrm>
            <a:custGeom>
              <a:avLst/>
              <a:gdLst/>
              <a:ahLst/>
              <a:cxnLst/>
              <a:rect l="0" t="0" r="r" b="b"/>
              <a:pathLst>
                <a:path w="4960" h="2752">
                  <a:moveTo>
                    <a:pt x="0" y="0"/>
                  </a:moveTo>
                  <a:lnTo>
                    <a:pt x="0" y="324"/>
                  </a:lnTo>
                  <a:lnTo>
                    <a:pt x="0" y="1992"/>
                  </a:lnTo>
                  <a:lnTo>
                    <a:pt x="0" y="2752"/>
                  </a:lnTo>
                  <a:lnTo>
                    <a:pt x="4960" y="2752"/>
                  </a:lnTo>
                  <a:lnTo>
                    <a:pt x="4960" y="1992"/>
                  </a:lnTo>
                  <a:lnTo>
                    <a:pt x="4960" y="324"/>
                  </a:lnTo>
                  <a:lnTo>
                    <a:pt x="4960" y="0"/>
                  </a:lnTo>
                  <a:lnTo>
                    <a:pt x="4960" y="0"/>
                  </a:lnTo>
                  <a:lnTo>
                    <a:pt x="4734" y="34"/>
                  </a:lnTo>
                  <a:lnTo>
                    <a:pt x="4510" y="64"/>
                  </a:lnTo>
                  <a:lnTo>
                    <a:pt x="4284" y="90"/>
                  </a:lnTo>
                  <a:lnTo>
                    <a:pt x="4060" y="114"/>
                  </a:lnTo>
                  <a:lnTo>
                    <a:pt x="3836" y="132"/>
                  </a:lnTo>
                  <a:lnTo>
                    <a:pt x="3614" y="146"/>
                  </a:lnTo>
                  <a:lnTo>
                    <a:pt x="3392" y="158"/>
                  </a:lnTo>
                  <a:lnTo>
                    <a:pt x="3174" y="166"/>
                  </a:lnTo>
                  <a:lnTo>
                    <a:pt x="2960" y="172"/>
                  </a:lnTo>
                  <a:lnTo>
                    <a:pt x="2748" y="174"/>
                  </a:lnTo>
                  <a:lnTo>
                    <a:pt x="2542" y="174"/>
                  </a:lnTo>
                  <a:lnTo>
                    <a:pt x="2338" y="174"/>
                  </a:lnTo>
                  <a:lnTo>
                    <a:pt x="2140" y="170"/>
                  </a:lnTo>
                  <a:lnTo>
                    <a:pt x="1948" y="164"/>
                  </a:lnTo>
                  <a:lnTo>
                    <a:pt x="1762" y="156"/>
                  </a:lnTo>
                  <a:lnTo>
                    <a:pt x="1582" y="148"/>
                  </a:lnTo>
                  <a:lnTo>
                    <a:pt x="1410" y="138"/>
                  </a:lnTo>
                  <a:lnTo>
                    <a:pt x="1244" y="128"/>
                  </a:lnTo>
                  <a:lnTo>
                    <a:pt x="1088" y="116"/>
                  </a:lnTo>
                  <a:lnTo>
                    <a:pt x="938" y="104"/>
                  </a:lnTo>
                  <a:lnTo>
                    <a:pt x="668" y="78"/>
                  </a:lnTo>
                  <a:lnTo>
                    <a:pt x="438" y="54"/>
                  </a:lnTo>
                  <a:lnTo>
                    <a:pt x="254" y="34"/>
                  </a:lnTo>
                  <a:lnTo>
                    <a:pt x="116" y="1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8" name="Freeform 5"/>
            <p:cNvSpPr>
              <a:spLocks noEditPoints="1"/>
            </p:cNvSpPr>
            <p:nvPr/>
          </p:nvSpPr>
          <p:spPr bwMode="gray">
            <a:xfrm>
              <a:off x="0" y="-2308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168970" y="1447799"/>
            <a:ext cx="1119474" cy="4571999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48235" y="1447799"/>
            <a:ext cx="4435439" cy="4571999"/>
          </a:xfrm>
        </p:spPr>
        <p:txBody>
          <a:bodyPr vert="eaVert" anchor="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3" name="Rectangle 12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10336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jpe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2308"/>
            <a:ext cx="9144000" cy="6860308"/>
            <a:chOff x="0" y="-2308"/>
            <a:chExt cx="9144000" cy="6860308"/>
          </a:xfrm>
        </p:grpSpPr>
        <p:sp>
          <p:nvSpPr>
            <p:cNvPr id="15" name="Rectangle 14"/>
            <p:cNvSpPr/>
            <p:nvPr/>
          </p:nvSpPr>
          <p:spPr>
            <a:xfrm>
              <a:off x="0" y="0"/>
              <a:ext cx="9144000" cy="6858000"/>
            </a:xfrm>
            <a:prstGeom prst="rect">
              <a:avLst/>
            </a:prstGeom>
            <a:blipFill>
              <a:blip r:embed="rId19">
                <a:duotone>
                  <a:schemeClr val="dk2">
                    <a:shade val="42000"/>
                    <a:hueMod val="42000"/>
                    <a:satMod val="124000"/>
                    <a:lumMod val="62000"/>
                  </a:schemeClr>
                  <a:schemeClr val="dk2">
                    <a:tint val="96000"/>
                    <a:satMod val="130000"/>
                  </a:schemeClr>
                </a:duotone>
              </a:blip>
              <a:srcRect/>
              <a:stretch>
                <a:fillRect l="-16667" r="-16667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  <a:alpha val="7000"/>
                  </a:schemeClr>
                </a:gs>
                <a:gs pos="69000">
                  <a:schemeClr val="accent1">
                    <a:lumMod val="60000"/>
                    <a:lumOff val="40000"/>
                    <a:alpha val="0"/>
                  </a:schemeClr>
                </a:gs>
                <a:gs pos="36000">
                  <a:schemeClr val="accent1">
                    <a:lumMod val="60000"/>
                    <a:lumOff val="40000"/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Oval 22"/>
            <p:cNvSpPr/>
            <p:nvPr/>
          </p:nvSpPr>
          <p:spPr>
            <a:xfrm>
              <a:off x="5689832" y="4618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  <a:alpha val="14000"/>
                  </a:schemeClr>
                </a:gs>
                <a:gs pos="73000">
                  <a:schemeClr val="accent1">
                    <a:lumMod val="60000"/>
                    <a:lumOff val="40000"/>
                    <a:alpha val="0"/>
                  </a:schemeClr>
                </a:gs>
                <a:gs pos="36000">
                  <a:schemeClr val="accent1">
                    <a:lumMod val="60000"/>
                    <a:lumOff val="4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Oval 23"/>
            <p:cNvSpPr/>
            <p:nvPr/>
          </p:nvSpPr>
          <p:spPr>
            <a:xfrm>
              <a:off x="6299432" y="5865092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  <a:alpha val="10000"/>
                  </a:schemeClr>
                </a:gs>
                <a:gs pos="66000">
                  <a:schemeClr val="accent1">
                    <a:lumMod val="60000"/>
                    <a:lumOff val="40000"/>
                    <a:alpha val="0"/>
                  </a:schemeClr>
                </a:gs>
                <a:gs pos="31000">
                  <a:schemeClr val="accent1">
                    <a:lumMod val="60000"/>
                    <a:lumOff val="40000"/>
                    <a:alpha val="5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6879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  <a:alpha val="11000"/>
                  </a:schemeClr>
                </a:gs>
                <a:gs pos="75000">
                  <a:schemeClr val="accent1">
                    <a:lumMod val="60000"/>
                    <a:lumOff val="40000"/>
                    <a:alpha val="0"/>
                  </a:schemeClr>
                </a:gs>
                <a:gs pos="36000">
                  <a:schemeClr val="accent1">
                    <a:lumMod val="60000"/>
                    <a:lumOff val="40000"/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6879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  <a:alpha val="8000"/>
                  </a:schemeClr>
                </a:gs>
                <a:gs pos="72000">
                  <a:schemeClr val="accent1">
                    <a:lumMod val="60000"/>
                    <a:lumOff val="40000"/>
                    <a:alpha val="0"/>
                  </a:schemeClr>
                </a:gs>
                <a:gs pos="36000">
                  <a:schemeClr val="accent1">
                    <a:lumMod val="60000"/>
                    <a:lumOff val="40000"/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Freeform 5"/>
            <p:cNvSpPr/>
            <p:nvPr/>
          </p:nvSpPr>
          <p:spPr bwMode="gray">
            <a:xfrm rot="21010068">
              <a:off x="6359946" y="1790293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4" name="Freeform 13"/>
            <p:cNvSpPr/>
            <p:nvPr/>
          </p:nvSpPr>
          <p:spPr bwMode="gray">
            <a:xfrm>
              <a:off x="485023" y="1854142"/>
              <a:ext cx="8173954" cy="4535226"/>
            </a:xfrm>
            <a:custGeom>
              <a:avLst/>
              <a:gdLst/>
              <a:ahLst/>
              <a:cxnLst/>
              <a:rect l="0" t="0" r="r" b="b"/>
              <a:pathLst>
                <a:path w="4960" h="2752">
                  <a:moveTo>
                    <a:pt x="0" y="0"/>
                  </a:moveTo>
                  <a:lnTo>
                    <a:pt x="0" y="324"/>
                  </a:lnTo>
                  <a:lnTo>
                    <a:pt x="0" y="1992"/>
                  </a:lnTo>
                  <a:lnTo>
                    <a:pt x="0" y="2752"/>
                  </a:lnTo>
                  <a:lnTo>
                    <a:pt x="4960" y="2752"/>
                  </a:lnTo>
                  <a:lnTo>
                    <a:pt x="4960" y="1992"/>
                  </a:lnTo>
                  <a:lnTo>
                    <a:pt x="4960" y="324"/>
                  </a:lnTo>
                  <a:lnTo>
                    <a:pt x="4960" y="0"/>
                  </a:lnTo>
                  <a:lnTo>
                    <a:pt x="4960" y="0"/>
                  </a:lnTo>
                  <a:lnTo>
                    <a:pt x="4734" y="34"/>
                  </a:lnTo>
                  <a:lnTo>
                    <a:pt x="4510" y="64"/>
                  </a:lnTo>
                  <a:lnTo>
                    <a:pt x="4284" y="90"/>
                  </a:lnTo>
                  <a:lnTo>
                    <a:pt x="4060" y="114"/>
                  </a:lnTo>
                  <a:lnTo>
                    <a:pt x="3836" y="132"/>
                  </a:lnTo>
                  <a:lnTo>
                    <a:pt x="3614" y="146"/>
                  </a:lnTo>
                  <a:lnTo>
                    <a:pt x="3392" y="158"/>
                  </a:lnTo>
                  <a:lnTo>
                    <a:pt x="3174" y="166"/>
                  </a:lnTo>
                  <a:lnTo>
                    <a:pt x="2960" y="172"/>
                  </a:lnTo>
                  <a:lnTo>
                    <a:pt x="2748" y="174"/>
                  </a:lnTo>
                  <a:lnTo>
                    <a:pt x="2542" y="174"/>
                  </a:lnTo>
                  <a:lnTo>
                    <a:pt x="2338" y="174"/>
                  </a:lnTo>
                  <a:lnTo>
                    <a:pt x="2140" y="170"/>
                  </a:lnTo>
                  <a:lnTo>
                    <a:pt x="1948" y="164"/>
                  </a:lnTo>
                  <a:lnTo>
                    <a:pt x="1762" y="156"/>
                  </a:lnTo>
                  <a:lnTo>
                    <a:pt x="1582" y="148"/>
                  </a:lnTo>
                  <a:lnTo>
                    <a:pt x="1410" y="138"/>
                  </a:lnTo>
                  <a:lnTo>
                    <a:pt x="1244" y="128"/>
                  </a:lnTo>
                  <a:lnTo>
                    <a:pt x="1088" y="116"/>
                  </a:lnTo>
                  <a:lnTo>
                    <a:pt x="938" y="104"/>
                  </a:lnTo>
                  <a:lnTo>
                    <a:pt x="668" y="78"/>
                  </a:lnTo>
                  <a:lnTo>
                    <a:pt x="438" y="54"/>
                  </a:lnTo>
                  <a:lnTo>
                    <a:pt x="254" y="34"/>
                  </a:lnTo>
                  <a:lnTo>
                    <a:pt x="116" y="1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6" name="Freeform 5"/>
            <p:cNvSpPr>
              <a:spLocks noEditPoints="1"/>
            </p:cNvSpPr>
            <p:nvPr/>
          </p:nvSpPr>
          <p:spPr bwMode="gray">
            <a:xfrm>
              <a:off x="0" y="-2308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gray">
          <a:xfrm>
            <a:off x="863564" y="925605"/>
            <a:ext cx="6346078" cy="71135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441" y="2489200"/>
            <a:ext cx="6343201" cy="35306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90842" y="6365497"/>
            <a:ext cx="3859795" cy="22866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000" b="1" i="0">
                <a:solidFill>
                  <a:schemeClr val="accent1"/>
                </a:solidFill>
              </a:defRPr>
            </a:lvl1pPr>
          </a:lstStyle>
          <a:p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74443" y="6371444"/>
            <a:ext cx="990599" cy="228659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900" b="1" i="0">
                <a:solidFill>
                  <a:schemeClr val="accent1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1/10/2026</a:t>
            </a:fld>
            <a:endParaRPr lang="en-US"/>
          </a:p>
        </p:txBody>
      </p:sp>
      <p:sp>
        <p:nvSpPr>
          <p:cNvPr id="17" name="Rectangle 16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766428" y="295730"/>
            <a:ext cx="628813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bg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7208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1" r:id="rId1"/>
    <p:sldLayoutId id="2147483752" r:id="rId2"/>
    <p:sldLayoutId id="2147483753" r:id="rId3"/>
    <p:sldLayoutId id="2147483754" r:id="rId4"/>
    <p:sldLayoutId id="2147483755" r:id="rId5"/>
    <p:sldLayoutId id="2147483756" r:id="rId6"/>
    <p:sldLayoutId id="2147483757" r:id="rId7"/>
    <p:sldLayoutId id="2147483758" r:id="rId8"/>
    <p:sldLayoutId id="2147483759" r:id="rId9"/>
    <p:sldLayoutId id="2147483760" r:id="rId10"/>
    <p:sldLayoutId id="2147483761" r:id="rId11"/>
    <p:sldLayoutId id="2147483762" r:id="rId12"/>
    <p:sldLayoutId id="2147483763" r:id="rId13"/>
    <p:sldLayoutId id="2147483764" r:id="rId14"/>
    <p:sldLayoutId id="2147483765" r:id="rId15"/>
    <p:sldLayoutId id="2147483766" r:id="rId16"/>
    <p:sldLayoutId id="2147483767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200" b="0" i="0" kern="1200">
          <a:solidFill>
            <a:schemeClr val="bg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685800" indent="-283464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96012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23444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150876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8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0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225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24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AUTOBIOGRAPHICAL PRESENTATION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77500" lnSpcReduction="20000"/>
          </a:bodyPr>
          <a:lstStyle/>
          <a:p>
            <a:r>
              <a:t>KAMAU DAVID KAHIRA</a:t>
            </a:r>
          </a:p>
          <a:p>
            <a:r>
              <a:t>Bachelor of Business Information Technology (BBIT)</a:t>
            </a:r>
          </a:p>
          <a:p>
            <a:r>
              <a:t>Dedan Kimathi University of Technology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Overview of my life journey</a:t>
            </a:r>
          </a:p>
          <a:p>
            <a:r>
              <a:t>Influence of family, faith, culture, and education</a:t>
            </a:r>
          </a:p>
          <a:p>
            <a:r>
              <a:t>Preparation for professional and societal contribution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Family Background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First-born child</a:t>
            </a:r>
          </a:p>
          <a:p>
            <a:r>
              <a:t>Learned responsibility and leadership early</a:t>
            </a:r>
          </a:p>
          <a:p>
            <a:r>
              <a:t>Strong values of discipline, unity, and hard work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Multicultural Upbringing (Kericho County)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Raised in a culturally diverse environment</a:t>
            </a:r>
          </a:p>
          <a:p>
            <a:r>
              <a:t>Interacted with different ethnic communities</a:t>
            </a:r>
          </a:p>
          <a:p>
            <a:r>
              <a:t>Learned tolerance, adaptability, and coexistence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Kikuyu Cultural Identity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Strong attachment to Kikuyu traditions</a:t>
            </a:r>
          </a:p>
          <a:p>
            <a:r>
              <a:t>Values: hard work, respect for elders, community support</a:t>
            </a:r>
          </a:p>
          <a:p>
            <a:r>
              <a:t>Cultural identity shaped my discipline and resilience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Christian Faith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Born-again Christian</a:t>
            </a:r>
          </a:p>
          <a:p>
            <a:r>
              <a:t>Faith guides ethics, integrity, and decision-making</a:t>
            </a:r>
          </a:p>
          <a:p>
            <a:r>
              <a:t>Encourages service, humility, and perseverance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Primary &amp; Secondary Education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Completed education in Kericho County</a:t>
            </a:r>
          </a:p>
          <a:p>
            <a:r>
              <a:t>Built academic discipline and teamwork skills</a:t>
            </a:r>
          </a:p>
          <a:p>
            <a:r>
              <a:t>Developed interest in business and technology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University Life (BBIT)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Student at Dedan Kimathi University of Technology</a:t>
            </a:r>
          </a:p>
          <a:p>
            <a:r>
              <a:t>Combines business knowledge with IT skills</a:t>
            </a:r>
          </a:p>
          <a:p>
            <a:r>
              <a:t>Enhanced independence and critical thinking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Skills &amp; Leadership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Technical: Programming, databases, systems analysis</a:t>
            </a:r>
          </a:p>
          <a:p>
            <a:r>
              <a:t>Soft skills: Communication, teamwork, leadership</a:t>
            </a:r>
          </a:p>
          <a:p>
            <a:r>
              <a:t>Leadership developed through projects and church activities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Industrial Attachment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Attachment at Faithworks Technologies</a:t>
            </a:r>
          </a:p>
          <a:p>
            <a:r>
              <a:t>Practical IT experience and system support</a:t>
            </a:r>
          </a:p>
          <a:p>
            <a:r>
              <a:t>Learned professionalism and work ethics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Technology, Ethics &amp; Society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Ethical use of technology is essential</a:t>
            </a:r>
          </a:p>
          <a:p>
            <a:r>
              <a:t>Focus on data protection and integrity</a:t>
            </a:r>
          </a:p>
          <a:p>
            <a:r>
              <a:t>Technology as a tool for social development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Gender &amp; Sustainability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Support for gender equality</a:t>
            </a:r>
          </a:p>
          <a:p>
            <a:r>
              <a:t>Commitment to social responsibility</a:t>
            </a:r>
          </a:p>
          <a:p>
            <a:r>
              <a:t>Environmental conservation and sustainability awareness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Strengths &amp; Growth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Strengths: Leadership, resilience, adaptability</a:t>
            </a:r>
          </a:p>
          <a:p>
            <a:r>
              <a:t>Challenges: Time management and public speaking</a:t>
            </a:r>
          </a:p>
          <a:p>
            <a:r>
              <a:t>Continuous personal growth and self-improvement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Career Goals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Become an ethical IT professional</a:t>
            </a:r>
          </a:p>
          <a:p>
            <a:r>
              <a:t>Use technology to solve business and societal problems</a:t>
            </a:r>
          </a:p>
          <a:p>
            <a:r>
              <a:t>Pursue leadership roles in the technology sector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Life shaped by family, faith, culture, and education</a:t>
            </a:r>
          </a:p>
          <a:p>
            <a:r>
              <a:t>Prepared for professional and societal contribution</a:t>
            </a:r>
          </a:p>
          <a:p>
            <a:r>
              <a:t>Committed to ethical innovation and service</a:t>
            </a:r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 Boardroom">
  <a:themeElements>
    <a:clrScheme name="Ion Boardroom">
      <a:dk1>
        <a:sysClr val="windowText" lastClr="000000"/>
      </a:dk1>
      <a:lt1>
        <a:sysClr val="window" lastClr="FFFFFF"/>
      </a:lt1>
      <a:dk2>
        <a:srgbClr val="EE5818"/>
      </a:dk2>
      <a:lt2>
        <a:srgbClr val="EBEBEB"/>
      </a:lt2>
      <a:accent1>
        <a:srgbClr val="F5A408"/>
      </a:accent1>
      <a:accent2>
        <a:srgbClr val="FA731A"/>
      </a:accent2>
      <a:accent3>
        <a:srgbClr val="AB9281"/>
      </a:accent3>
      <a:accent4>
        <a:srgbClr val="A18CD0"/>
      </a:accent4>
      <a:accent5>
        <a:srgbClr val="8EBBD2"/>
      </a:accent5>
      <a:accent6>
        <a:srgbClr val="ACC995"/>
      </a:accent6>
      <a:hlink>
        <a:srgbClr val="FAC96A"/>
      </a:hlink>
      <a:folHlink>
        <a:srgbClr val="FCDB9B"/>
      </a:folHlink>
    </a:clrScheme>
    <a:fontScheme name="Ion Boardroom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 Boardroom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104000"/>
                <a:satMod val="128000"/>
                <a:lumMod val="104000"/>
              </a:schemeClr>
            </a:gs>
            <a:gs pos="100000">
              <a:schemeClr val="phClr">
                <a:tint val="100000"/>
                <a:shade val="76000"/>
                <a:hueMod val="89000"/>
                <a:satMod val="164000"/>
                <a:lumMod val="68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42000"/>
                <a:hueMod val="42000"/>
                <a:satMod val="124000"/>
                <a:lumMod val="62000"/>
              </a:schemeClr>
              <a:schemeClr val="phClr">
                <a:tint val="96000"/>
                <a:satMod val="13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 Boardroom" id="{FC33163D-4339-46B1-8EED-24C834239D99}" vid="{BF1C4790-FE3C-4020-8CA7-00621DA7BBBC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 Boardroom</Template>
  <TotalTime>4</TotalTime>
  <Words>323</Words>
  <Application>Microsoft Office PowerPoint</Application>
  <PresentationFormat>On-screen Show (4:3)</PresentationFormat>
  <Paragraphs>60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9" baseType="lpstr">
      <vt:lpstr>Arial</vt:lpstr>
      <vt:lpstr>Century Gothic</vt:lpstr>
      <vt:lpstr>Wingdings 3</vt:lpstr>
      <vt:lpstr>Ion Boardroom</vt:lpstr>
      <vt:lpstr>AUTOBIOGRAPHICAL PRESENTATION</vt:lpstr>
      <vt:lpstr>Introduction</vt:lpstr>
      <vt:lpstr>Family Background</vt:lpstr>
      <vt:lpstr>Multicultural Upbringing (Kericho County)</vt:lpstr>
      <vt:lpstr>Kikuyu Cultural Identity</vt:lpstr>
      <vt:lpstr>Christian Faith</vt:lpstr>
      <vt:lpstr>Primary &amp; Secondary Education</vt:lpstr>
      <vt:lpstr>University Life (BBIT)</vt:lpstr>
      <vt:lpstr>Skills &amp; Leadership</vt:lpstr>
      <vt:lpstr>Industrial Attachment</vt:lpstr>
      <vt:lpstr>Technology, Ethics &amp; Society</vt:lpstr>
      <vt:lpstr>Gender &amp; Sustainability</vt:lpstr>
      <vt:lpstr>Strengths &amp; Growth</vt:lpstr>
      <vt:lpstr>Career Goals</vt:lpstr>
      <vt:lpstr>Conclusion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AUTOBIOGRAPHICAL PRESENTATION</dc:title>
  <dc:subject/>
  <dc:creator>KAMAU DAVID</dc:creator>
  <cp:keywords/>
  <dc:description>generated using python-pptx</dc:description>
  <cp:lastModifiedBy>KAMAU DAVID</cp:lastModifiedBy>
  <cp:revision>3</cp:revision>
  <dcterms:created xsi:type="dcterms:W3CDTF">2013-01-27T09:14:16Z</dcterms:created>
  <dcterms:modified xsi:type="dcterms:W3CDTF">2026-01-10T06:22:37Z</dcterms:modified>
  <cp:category/>
</cp:coreProperties>
</file>
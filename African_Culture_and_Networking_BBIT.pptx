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Culture &amp;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of African Cultural Practices in Networking</a:t>
            </a:r>
          </a:p>
          <a:p>
            <a:r>
              <a:t>BBIT Specialization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emphasizes community, communication, and relationships.</a:t>
            </a:r>
          </a:p>
          <a:p>
            <a:r>
              <a:t>These values strongly align with networking principles in BBIT.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Culture &amp;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traditions and storytelling</a:t>
            </a:r>
          </a:p>
          <a:p>
            <a:r>
              <a:t>Respectful communication</a:t>
            </a:r>
          </a:p>
          <a:p>
            <a:r>
              <a:t>Information sharing through communities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(Ubuntu) &amp;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Ubuntu: 'I am because we are'</a:t>
            </a:r>
          </a:p>
          <a:p>
            <a:r>
              <a:t>Similar to computer networks where systems depend on each other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Traditional Information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Drumbeats, messengers, and symbols</a:t>
            </a:r>
          </a:p>
          <a:p>
            <a:r>
              <a:t>Early forms of data transmission and signaling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Relevance to Computer Networking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sharing parallels cultural communication</a:t>
            </a:r>
          </a:p>
          <a:p>
            <a:r>
              <a:t>Network collaboration reflects African communal life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African Problem-Solving &amp;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Collective decision-making</a:t>
            </a:r>
          </a:p>
          <a:p>
            <a:r>
              <a:t>Resilient systems inspired by community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Rural Connectivity in Africa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Community-based networks</a:t>
            </a:r>
          </a:p>
          <a:p>
            <a:r>
              <a:t>Mesh networks used in villages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 to BBIT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Culturally informed system design</a:t>
            </a:r>
          </a:p>
          <a:p>
            <a:r>
              <a:t>User-centered networking solutions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culture offers valuable lessons for networking</a:t>
            </a:r>
          </a:p>
          <a:p>
            <a:r>
              <a:t>BBIT students can build culturally relevant technology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